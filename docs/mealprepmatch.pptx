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8" r:id="rId6"/>
    <p:sldId id="268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492" autoAdjust="0"/>
  </p:normalViewPr>
  <p:slideViewPr>
    <p:cSldViewPr>
      <p:cViewPr varScale="1">
        <p:scale>
          <a:sx n="88" d="100"/>
          <a:sy n="88" d="100"/>
        </p:scale>
        <p:origin x="213" y="57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7/2/2026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7/2/2026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051-6E81-43E8-9099-FF6A0C3DCFE8}" type="datetime1">
              <a:rPr lang="en-US"/>
              <a:t>7/2/2026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EA6D-DF0B-4D4B-B359-5F1D1D0E30A4}" type="datetime1">
              <a:rPr lang="en-US"/>
              <a:t>7/2/2026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reeform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DB99-15BC-4479-BAC5-1E502E66917A}" type="datetime1">
              <a:rPr lang="en-US"/>
              <a:t>7/2/2026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C2A3-CD19-48AB-9F64-ECCF75182EDD}" type="datetime1">
              <a:rPr lang="en-US"/>
              <a:t>7/2/2026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E8C1-7C87-4705-AB97-8CD17D208E3F}" type="datetime1">
              <a:rPr lang="en-US"/>
              <a:t>7/2/2026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624E-DF92-4841-B9B9-DD11AA239B85}" type="datetime1">
              <a:rPr lang="en-US"/>
              <a:t>7/2/2026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reeform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3AE1-4360-4D5B-BDBC-656B872DD533}" type="datetime1">
              <a:rPr lang="en-US"/>
              <a:t>7/2/2026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708-46A4-4851-883E-8DFB8939107E}" type="datetime1">
              <a:rPr lang="en-US"/>
              <a:t>7/2/2026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EFFC-86AE-4294-A319-CAFC2651994B}" type="datetime1">
              <a:rPr lang="en-US"/>
              <a:t>7/2/2026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AB04-7709-4C1E-A61A-74684A0170FC}" type="datetime1">
              <a:rPr lang="en-US"/>
              <a:t>7/2/2026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BD0D-E0B1-4CED-AC65-708AC79EB9CD}" type="datetime1">
              <a:rPr lang="en-US"/>
              <a:t>7/2/2026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reeform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grpSp>
        <p:nvGrpSpPr>
          <p:cNvPr id="7" name="square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9E8617-6EA8-4B97-A5E8-E18E98765EE2}" type="datetime1">
              <a:rPr lang="en-US"/>
              <a:pPr/>
              <a:t>7/2/2026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4C99D79-8A4B-4031-B1E0-AF26F8EDF2B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MealPrep</a:t>
            </a:r>
            <a:r>
              <a:rPr lang="en-US" dirty="0"/>
              <a:t> Match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Members: Cameron </a:t>
            </a:r>
            <a:r>
              <a:rPr lang="en-US" dirty="0" err="1"/>
              <a:t>Brackley</a:t>
            </a:r>
            <a:r>
              <a:rPr lang="en-US" dirty="0"/>
              <a:t> &amp; Victor Adejumo</a:t>
            </a:r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MealPrep</a:t>
            </a:r>
            <a:r>
              <a:rPr lang="en-US" dirty="0"/>
              <a:t> Match is a web application that connects customers looking for convenient, healthy prepared meals with local providers. Our platform allows customers to browse available meal plans and subscribe to them.</a:t>
            </a:r>
          </a:p>
        </p:txBody>
      </p:sp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Functionalities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7D075-4F00-6110-300C-01F915FA93A5}"/>
              </a:ext>
            </a:extLst>
          </p:cNvPr>
          <p:cNvSpPr txBox="1"/>
          <p:nvPr/>
        </p:nvSpPr>
        <p:spPr>
          <a:xfrm>
            <a:off x="989012" y="1905000"/>
            <a:ext cx="259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an account and log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Browse available meal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Manage profile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a 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34760-11AA-7CF5-6C3D-8D7170A5A707}"/>
              </a:ext>
            </a:extLst>
          </p:cNvPr>
          <p:cNvSpPr txBox="1"/>
          <p:nvPr/>
        </p:nvSpPr>
        <p:spPr>
          <a:xfrm>
            <a:off x="6094412" y="1905000"/>
            <a:ext cx="2667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an account and log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View reviews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Look at statistics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Edit profile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Manage meal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4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oking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sh food presentation (widescreen).potx" id="{63DD3034-9CB5-4B6F-BCA0-530A5E267AB2}" vid="{9783A5E3-1DF2-4F3C-8902-0C2EB8A188D6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700CCB-20BA-4760-AB9F-AC3B63ED32E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 food presentation (widescreen)</Template>
  <TotalTime>16</TotalTime>
  <Words>82</Words>
  <Application>Microsoft Office PowerPoint</Application>
  <PresentationFormat>Custom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Constantia</vt:lpstr>
      <vt:lpstr>Cooking 16x9</vt:lpstr>
      <vt:lpstr>MealPrep Match</vt:lpstr>
      <vt:lpstr>Description</vt:lpstr>
      <vt:lpstr>Main Functionalities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 Adejumo</dc:creator>
  <cp:lastModifiedBy>Vic Adejumo</cp:lastModifiedBy>
  <cp:revision>1</cp:revision>
  <dcterms:created xsi:type="dcterms:W3CDTF">2026-07-02T05:28:04Z</dcterms:created>
  <dcterms:modified xsi:type="dcterms:W3CDTF">2026-07-02T05:44:36Z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